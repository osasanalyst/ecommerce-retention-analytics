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Flow Architecture — From Churn Score to 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customer's churn probability score maps directly to a Klaviyo flow trigger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56232" y="2651760"/>
            <a:ext cx="3200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2264" y="2578608"/>
            <a:ext cx="73152" cy="14630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59352" y="2651760"/>
            <a:ext cx="3200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15384" y="2578608"/>
            <a:ext cx="73152" cy="14630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2472" y="2651760"/>
            <a:ext cx="3200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18504" y="2578608"/>
            <a:ext cx="73152" cy="14630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1271016"/>
            <a:ext cx="1691640" cy="29260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1234440"/>
            <a:ext cx="1691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234440"/>
            <a:ext cx="1691640" cy="109728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3624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" y="173736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7373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 &lt; 0.10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1752" y="210312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2148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1,073 customers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" y="2404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  £5,083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" y="269748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7340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FLOW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56032" y="2953512"/>
            <a:ext cx="1508760" cy="475488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53512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Flow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483864"/>
            <a:ext cx="1472184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loyalty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AOV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retention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04288" y="1271016"/>
            <a:ext cx="1691640" cy="29260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67712" y="1234440"/>
            <a:ext cx="1691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67712" y="1234440"/>
            <a:ext cx="1691640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13624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359152" y="173736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59152" y="17373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 0.10–0.69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04872" y="210312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2148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1,541 customers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67712" y="2404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  £5,018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04872" y="269748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67712" y="27340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FLOW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59152" y="2953512"/>
            <a:ext cx="1508760" cy="4754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2953512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77440" y="3483864"/>
            <a:ext cx="1472184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drift early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offer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nudge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07408" y="1271016"/>
            <a:ext cx="1691640" cy="29260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1234440"/>
            <a:ext cx="1691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0832" y="1234440"/>
            <a:ext cx="16916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70832" y="13624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462272" y="173736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17373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 &gt; 0.70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07992" y="210312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2148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1,307 customers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70832" y="2404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  £67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07992" y="269748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27340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FLOW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462272" y="2953512"/>
            <a:ext cx="1508760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62272" y="2953512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80560" y="3483864"/>
            <a:ext cx="1472184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chance offer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if no open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to protect list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510528" y="1271016"/>
            <a:ext cx="1691640" cy="292608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73952" y="1234440"/>
            <a:ext cx="1691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73952" y="1234440"/>
            <a:ext cx="169164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13624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565392" y="173736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65392" y="17373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 made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611112" y="210312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73952" y="21488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on acquisition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73952" y="2404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79.4% lost at Month 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611112" y="2697480"/>
            <a:ext cx="1417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73952" y="27340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FLOW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565392" y="2953512"/>
            <a:ext cx="150876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65392" y="2953512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583680" y="3483864"/>
            <a:ext cx="1472184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quickly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Month 1 drop-off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repeat behaviour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Osaretin Idiagbonmwen  |  E-Commerce Data Analyst  |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oidiagbomwen@gmail.com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Klaviyo Flow Architecture</dc:title>
  <dc:subject>PptxGenJS Presentation</dc:subject>
  <dc:creator>PptxGenJS</dc:creator>
  <cp:lastModifiedBy>PptxGenJS</cp:lastModifiedBy>
  <cp:revision>1</cp:revision>
  <dcterms:created xsi:type="dcterms:W3CDTF">2026-05-14T19:01:27Z</dcterms:created>
  <dcterms:modified xsi:type="dcterms:W3CDTF">2026-05-14T19:01:27Z</dcterms:modified>
</cp:coreProperties>
</file>